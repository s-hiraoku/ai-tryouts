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5F2D"/>
                </a:solidFill>
                <a:latin typeface="Noto Sans CJK JP"/>
              </a:defRPr>
            </a:pPr>
            <a:r>
              <a:rPr sz="1400" b="0" i="0" u="none" strike="noStrike">
                <a:solidFill>
                  <a:srgbClr val="2C5F2D"/>
                </a:solidFill>
                <a:latin typeface="Noto Sans CJK JP"/>
              </a:rPr>
              <a:t>分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分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5F2D"/>
                    </a:solidFill>
                    <a:latin typeface="Noto Sans CJK JP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北口で集合</c:v>
                  </c:pt>
                  <c:pt idx="1">
                    <c:v>池の東岸</c:v>
                  </c:pt>
                  <c:pt idx="2">
                    <c:v>桜並木</c:v>
                  </c:pt>
                  <c:pt idx="3">
                    <c:v>北口で解散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40</c:v>
                </c:pt>
                <c:pt idx="2">
                  <c:v>30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5F2D"/>
                  </a:solidFill>
                  <a:latin typeface="Noto Sans CJK JP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Noto Sans CJK JP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D5DD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Noto Sans CJK JP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materials/brief.md の日付、開始、終了、所要、場所。架空の計画。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materials/brief.md の目的。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materials/brief.md の日付、開始、終了、所要、場所。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materials/route.md の表。合計は materials/brief.md の所要。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materials/route.md。羽数は資料に無い。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materials/brief.md の定員、参加費、貸出双眼鏡。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materials/brief.md の対象と雨天。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materials/brief.md の案内、記録、貸出係。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各数字は materials/brief.md または materials/route.md にある。色の16進数も brief.md。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materials/brief.md。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438912" cy="43891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青葉野鳥の会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朝の野鳥観察会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2026-11-07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7:30 から 9:00、90分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069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青葉中央公園の北口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1447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出典: brief.md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438912" cy="43891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11247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C5F2D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初めて参加する人が、自分の双眼鏡でピントを合わせ、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2C5F2D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池の鳥を指させる。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1447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出典: brief.md。このスライドに数字は無い。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438912" cy="43891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3891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2C5F2D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日時と場所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194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2026-11-07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49808" y="3017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7:30 から 9:00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657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90分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468112" cy="4480560"/>
          </a:xfrm>
          <a:prstGeom prst="roundRect">
            <a:avLst>
              <a:gd name="adj" fmla="val 244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場所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56248" y="210312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青葉中央公園の北口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61447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出典: brief.md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438912" cy="43891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2C5F2D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90分の内訳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97280"/>
          <a:ext cx="745236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325880"/>
            <a:ext cx="3593592" cy="4480560"/>
          </a:xfrm>
          <a:prstGeom prst="roundRect">
            <a:avLst>
              <a:gd name="adj" fmla="val 305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合計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248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90分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412480" y="3931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各区間の分は route.md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所要は brief.md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1447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出典: route.md の表と brief.md の所要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438912" cy="43891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2C5F2D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順路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1.2km、観察地点 2か所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4046" cy="3520440"/>
          </a:xfrm>
          <a:prstGeom prst="roundRect">
            <a:avLst>
              <a:gd name="adj" fmla="val 4134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6596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北口で集合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3246120"/>
            <a:ext cx="2251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7:30-7:45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3840480"/>
            <a:ext cx="22517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15分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330702" y="1645920"/>
            <a:ext cx="2654046" cy="3520440"/>
          </a:xfrm>
          <a:prstGeom prst="roundRect">
            <a:avLst>
              <a:gd name="adj" fmla="val 4134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1870" y="196596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池の東岸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31870" y="3246120"/>
            <a:ext cx="2251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7:45-8:25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31870" y="3840480"/>
            <a:ext cx="22517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40分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204204" y="1645920"/>
            <a:ext cx="2654046" cy="3520440"/>
          </a:xfrm>
          <a:prstGeom prst="roundRect">
            <a:avLst>
              <a:gd name="adj" fmla="val 4134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5372" y="196596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桜並木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5372" y="3246120"/>
            <a:ext cx="2251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8:25-8:55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5372" y="3840480"/>
            <a:ext cx="22517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30分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9077706" y="1645920"/>
            <a:ext cx="2654046" cy="3520440"/>
          </a:xfrm>
          <a:prstGeom prst="roundRect">
            <a:avLst>
              <a:gd name="adj" fmla="val 4134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78874" y="196596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北口で解散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78874" y="3246120"/>
            <a:ext cx="2251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8:55-9:00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78874" y="3840480"/>
            <a:ext cx="22517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5分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7200" y="53949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見る鳥の例はカワセミ、カルガモ、シジュウカラ。羽数は数えていない。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1447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出典: route.md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438912" cy="43891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2C5F2D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人と費用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587496" cy="3200400"/>
          </a:xfrm>
          <a:prstGeom prst="roundRect">
            <a:avLst>
              <a:gd name="adj" fmla="val 342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3038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12人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300728" y="1691640"/>
            <a:ext cx="3587496" cy="3200400"/>
          </a:xfrm>
          <a:prstGeom prst="roundRect">
            <a:avLst>
              <a:gd name="adj" fmla="val 342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5048" y="1965960"/>
            <a:ext cx="3038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参加費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5048" y="2880360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0円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8144256" y="1691640"/>
            <a:ext cx="3587496" cy="3200400"/>
          </a:xfrm>
          <a:prstGeom prst="roundRect">
            <a:avLst>
              <a:gd name="adj" fmla="val 342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8576" y="1965960"/>
            <a:ext cx="3038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貸出双眼鏡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8576" y="2880360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6台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57200" y="61447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出典: brief.md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438912" cy="43891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2C5F2D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来てよい人と、雨のとき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343400"/>
          </a:xfrm>
          <a:prstGeom prst="roundRect">
            <a:avLst>
              <a:gd name="adj" fmla="val 2526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小学4年生以上。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小学生は保護者と一緒に来る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468112" cy="4343400"/>
          </a:xfrm>
          <a:prstGeom prst="roundRect">
            <a:avLst>
              <a:gd name="adj" fmla="val 2526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雨天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前日の18:00までに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中止を知らせる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61447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出典: brief.md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438912" cy="43891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2C5F2D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当日の係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587496" cy="3200400"/>
          </a:xfrm>
          <a:prstGeom prst="roundRect">
            <a:avLst>
              <a:gd name="adj" fmla="val 342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3038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案内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1人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300728" y="1691640"/>
            <a:ext cx="3587496" cy="3200400"/>
          </a:xfrm>
          <a:prstGeom prst="roundRect">
            <a:avLst>
              <a:gd name="adj" fmla="val 342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5048" y="1965960"/>
            <a:ext cx="3038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記録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5048" y="2880360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1人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8144256" y="1691640"/>
            <a:ext cx="3587496" cy="3200400"/>
          </a:xfrm>
          <a:prstGeom prst="roundRect">
            <a:avLst>
              <a:gd name="adj" fmla="val 342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8576" y="1965960"/>
            <a:ext cx="3038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貸出係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8576" y="2880360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1人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57200" y="61447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出典: brief.md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438912" cy="43891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C5F2D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数字の出典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日付  2026-11-07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8074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開始  7:30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0992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終了  9:00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3911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所要  90分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6829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雨天  前日の18:00までに中止を知らせる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定員  12人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2666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参加費  0円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5584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貸出双眼鏡  6台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68503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対象  小学4年生以上。小学生は保護者と一緒に来る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01421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案内  1人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記録  1人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67258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貸出係  1人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500176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森  2C5F2D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33095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苔  97BC62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0515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歩く距離  1.2km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143560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観察地点  2か所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181965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北口で集合  7:30-7:45  15分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20370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池の東岸  7:45-8:25  40分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58775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桜並木  8:25-8:55  30分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29718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北口で解散  8:55-9:00  5分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1447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出典: brief.md と route.md。ロゴ画像は無い。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438912" cy="43891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当日の入口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青葉中央公園の北口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7:30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12人、0円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2026-11-07、90分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1447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出典: brief.md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朝の野鳥観察会</dc:title>
  <dc:subject>架空の公開サンプル</dc:subject>
  <dc:creator>tryouts/document-skills-slides</dc:creator>
  <cp:lastModifiedBy>tryouts/document-skills-slides</cp:lastModifiedBy>
  <cp:revision>1</cp:revision>
  <dcterms:created xsi:type="dcterms:W3CDTF">2026-10-29T00:15:22Z</dcterms:created>
  <dcterms:modified xsi:type="dcterms:W3CDTF">2026-10-29T00:15:22Z</dcterms:modified>
</cp:coreProperties>
</file>